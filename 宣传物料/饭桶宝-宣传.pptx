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FFE3C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solidFill>
            <a:srgbClr val="FFE3C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-1097280"/>
            <a:ext cx="2926080" cy="2926080"/>
          </a:xfrm>
          <a:prstGeom prst="ellipse">
            <a:avLst/>
          </a:prstGeom>
          <a:solidFill>
            <a:srgbClr val="FFE9D2">
              <a:alpha val="80000"/>
            </a:srgbClr>
          </a:solidFill>
          <a:ln/>
        </p:spPr>
      </p:sp>
      <p:pic>
        <p:nvPicPr>
          <p:cNvPr id="5" name="Image 0" descr="D:\code\fantongbao\miniprogram\images\icons\launc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12344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3464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饭桶宝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一家人的饭，一起搞定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498848" y="484632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FFE8D2"/>
          </a:solidFill>
          <a:ln/>
        </p:spPr>
      </p:sp>
      <p:sp>
        <p:nvSpPr>
          <p:cNvPr id="9" name="Text 6"/>
          <p:cNvSpPr/>
          <p:nvPr/>
        </p:nvSpPr>
        <p:spPr>
          <a:xfrm>
            <a:off x="4498848" y="4846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家庭菜谱 · 点菜 · 买菜 · 做菜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 · 正式发布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每个做饭的家庭，都遇到过这些瞬间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3429000" cy="3566160"/>
          </a:xfrm>
          <a:prstGeom prst="roundRect">
            <a:avLst>
              <a:gd name="adj" fmla="val 4000"/>
            </a:avLst>
          </a:prstGeom>
          <a:solidFill>
            <a:srgbClr val="FFF5E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0116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「今天吃什么？」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8408" y="36118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问一圈，回答永远是「随便」「都行」，没人拿主意。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61688" y="1737360"/>
            <a:ext cx="3429000" cy="3566160"/>
          </a:xfrm>
          <a:prstGeom prst="roundRect">
            <a:avLst>
              <a:gd name="adj" fmla="val 4000"/>
            </a:avLst>
          </a:prstGeom>
          <a:solidFill>
            <a:srgbClr val="FFF5EC"/>
          </a:solidFill>
          <a:ln/>
        </p:spPr>
      </p:sp>
      <p:sp>
        <p:nvSpPr>
          <p:cNvPr id="9" name="Text 7"/>
          <p:cNvSpPr/>
          <p:nvPr/>
        </p:nvSpPr>
        <p:spPr>
          <a:xfrm>
            <a:off x="4361688" y="20116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📒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90288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菜谱散落各处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81728" y="36118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拿手菜记在聊天记录、收藏夹和脑子里，想做时永远找不到。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65008" y="1737360"/>
            <a:ext cx="3429000" cy="3566160"/>
          </a:xfrm>
          <a:prstGeom prst="roundRect">
            <a:avLst>
              <a:gd name="adj" fmla="val 4000"/>
            </a:avLst>
          </a:prstGeom>
          <a:solidFill>
            <a:srgbClr val="FFF5EC"/>
          </a:solidFill>
          <a:ln/>
        </p:spPr>
      </p:sp>
      <p:sp>
        <p:nvSpPr>
          <p:cNvPr id="13" name="Text 11"/>
          <p:cNvSpPr/>
          <p:nvPr/>
        </p:nvSpPr>
        <p:spPr>
          <a:xfrm>
            <a:off x="8065008" y="20116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🛒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93608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买菜一笔糊涂账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85048" y="36118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漏买错买常发生，好几天的菜混在一起，钱花哪了算不清。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0" y="5806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饭桶宝，就是为解决这些瞬间而生。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一条龙搞定全家的一日三餐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325880"/>
            <a:ext cx="731520" cy="7315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家庭共享菜谱库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快速录入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45536" y="24688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11296" y="169164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325880"/>
            <a:ext cx="731520" cy="7315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11296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48456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邀请家人一起点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随机一道抽卡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98464" y="24688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64224" y="169164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0336" y="1325880"/>
            <a:ext cx="731520" cy="7315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7260336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64224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买菜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01384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清单自动汇总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多单一起买、金额分摊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51392" y="24688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17152" y="169164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13264" y="1325880"/>
            <a:ext cx="731520" cy="7315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3264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17152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做菜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54312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步骤逐条打卡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干饭日历复盘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127248" y="4343400"/>
            <a:ext cx="5943600" cy="2011680"/>
          </a:xfrm>
          <a:prstGeom prst="roundRect">
            <a:avLst>
              <a:gd name="adj" fmla="val 5455"/>
            </a:avLst>
          </a:prstGeom>
          <a:solidFill>
            <a:srgbClr val="F4EADB"/>
          </a:solidFill>
          <a:ln w="19050">
            <a:solidFill>
              <a:srgbClr val="D8C3A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127248" y="5074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截图占位：S1 首页（点菜单 + 常用菜谱）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菜谱导入：10 秒入库一道菜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1206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拍照识别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刷到菜谱截图、手写菜单，拍一下直接变成结构化菜谱。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文字 / 链接识别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粘贴一段菜谱文字或小红书链接，AI 自动提取菜名、食材、步骤。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报个菜名就生成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只填菜名，自动生成一份家常做法，还能继续手动调整。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双重安全检测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+ 图片内容安全审核，家庭使用更放心。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0" y="155448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4EADB"/>
          </a:solidFill>
          <a:ln w="19050">
            <a:solidFill>
              <a:srgbClr val="D8C3A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17920" y="3566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截图占位：S2 新增菜谱页（AI 导入三种方式）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点菜，是一件可以一起做的事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1206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👨‍👩‍👧 邀请家人一起点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一个分享链接甩进家庭群，全家人远程点菜，众口不再难调。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🎴 随机一道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选择困难？抽卡式随机抽一道，抽到什么吃什么，愿赌服输。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点菜备注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少辣、多葱、孩子那份单独做——每道菜都能带备注。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35040" y="155448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4EADB"/>
          </a:solidFill>
          <a:ln w="19050">
            <a:solidFill>
              <a:srgbClr val="D8C3A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03504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截图占位：S3 点菜页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0" y="155448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4EADB"/>
          </a:solidFill>
          <a:ln w="19050">
            <a:solidFill>
              <a:srgbClr val="D8C3A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91540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截图占位：S4 随机一道抽卡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买菜清单：自动汇总，一起买更省心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1206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🥬 清单自动生成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点好的菜自动汇总成买菜清单，食材、调料分好类，逐条勾选不怕漏。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🧺 多单「一起买」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多张点菜单合并成一张清单，重复的菜自动标注，一次买齐好几天的菜。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金额自动分摊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买完登记总金额，自动平摊到每一单、每一天，账目清清楚楚。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0" y="155448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4EADB"/>
          </a:solidFill>
          <a:ln w="19050">
            <a:solidFill>
              <a:srgbClr val="D8C3A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17920" y="3566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截图占位：S5 买菜清单页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做菜打卡 + 干饭日历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1206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步骤逐条打卡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备菜、做菜步骤逐条勾选，厨房里不用擦着手翻手机。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干饭日历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哪天吃了啥、伙食费花了多少，月度视图一目了然。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月度复盘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本月消费统计自动汇总，柴米油盐心里有数。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35040" y="155448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4EADB"/>
          </a:solidFill>
          <a:ln w="19050">
            <a:solidFill>
              <a:srgbClr val="D8C3A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03504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截图占位：S6 做菜清单页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0" y="155448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4EADB"/>
          </a:solidFill>
          <a:ln w="19050">
            <a:solidFill>
              <a:srgbClr val="D8C3A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91540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8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截图占位：S7 家庭详情 · 干饭日历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自带传播基因：三种分享卡片</a:t>
            </a:r>
            <a:endParaRPr lang="en-US" sz="3200" dirty="0"/>
          </a:p>
        </p:txBody>
      </p:sp>
      <p:pic>
        <p:nvPicPr>
          <p:cNvPr id="4" name="Image 0" descr="D:\code\fantongbao\miniprogram\images\share\share-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45920"/>
            <a:ext cx="34290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45720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品牌转发卡片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（任意页面右上角转发）</a:t>
            </a:r>
            <a:endParaRPr lang="en-US" sz="1250" dirty="0"/>
          </a:p>
        </p:txBody>
      </p:sp>
      <p:pic>
        <p:nvPicPr>
          <p:cNvPr id="6" name="Image 1" descr="D:\code\fantongbao\miniprogram\images\share\share-order-in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645920"/>
            <a:ext cx="342900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1688" y="45720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邀请点菜卡片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（一起决定今天吃什么）</a:t>
            </a:r>
            <a:endParaRPr lang="en-US" sz="1250" dirty="0"/>
          </a:p>
        </p:txBody>
      </p:sp>
      <p:pic>
        <p:nvPicPr>
          <p:cNvPr id="8" name="Image 2" descr="D:\code\fantongbao\miniprogram\images\share\share-family-inv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645920"/>
            <a:ext cx="3429000" cy="2743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65008" y="45720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邀请加入家庭卡片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（家人一键入伙）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Canvas 绘制的菜谱分享海报：封面图 + 步骤 + 小程序码，一键保存转发。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有温度的品牌视觉</a:t>
            </a:r>
            <a:endParaRPr lang="en-US" sz="3200" dirty="0"/>
          </a:p>
        </p:txBody>
      </p:sp>
      <p:pic>
        <p:nvPicPr>
          <p:cNvPr id="4" name="Image 0" descr="D:\code\fantongbao\miniprogram\images\icons\launc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011680" cy="20116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1840" y="173736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暖杏色系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像刚出锅的饭一样暖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级交互细节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骨架屏静默加载、弹性动效、触控反馈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统一的空状态与占位设计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765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没有图片也有好看的交代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412480" y="182880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874E00"/>
          </a:solidFill>
          <a:ln w="12700">
            <a:solidFill>
              <a:srgbClr val="E8D8C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深棕 · 主色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104120" y="182880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FF9800"/>
          </a:solidFill>
          <a:ln w="12700">
            <a:solidFill>
              <a:srgbClr val="E8D8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0412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暖橙 · 点缀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12480" y="342900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FFF5EC"/>
          </a:solidFill>
          <a:ln w="12700">
            <a:solidFill>
              <a:srgbClr val="E8D8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0" y="4434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浅杏 · 底色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104120" y="342900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432900"/>
          </a:solidFill>
          <a:ln w="12700">
            <a:solidFill>
              <a:srgbClr val="E8D8C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04120" y="4434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墨色 · 正文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754880" cy="4754880"/>
          </a:xfrm>
          <a:prstGeom prst="ellipse">
            <a:avLst/>
          </a:prstGeom>
          <a:solidFill>
            <a:srgbClr val="FFE3C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FFE3C2">
              <a:alpha val="70000"/>
            </a:srgbClr>
          </a:solidFill>
          <a:ln/>
        </p:spPr>
      </p:sp>
      <p:pic>
        <p:nvPicPr>
          <p:cNvPr id="4" name="Image 0" descr="D:\code\fantongbao\miniprogram\images\icons\launc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56" y="822960"/>
            <a:ext cx="1234440" cy="123444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945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7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今天也要好好吃饭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32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微信搜索「饭桶宝」，一家人的饭，一起搞定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956048" y="39776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</p:spPr>
      </p:sp>
      <p:pic>
        <p:nvPicPr>
          <p:cNvPr id="8" name="Image 1" descr="D:\code\fantongbao\宣传物料\小程序码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416052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2026-08-08T19:50:13Z</dcterms:created>
  <dcterms:modified xsi:type="dcterms:W3CDTF">2026-08-08T19:50:13Z</dcterms:modified>
</cp:coreProperties>
</file>